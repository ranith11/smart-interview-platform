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71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into our expected outputs and system validation.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candidate completes a mock session on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SmartInterview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they receive a structured diagnostic report rather than just a single raw score. This includes actionable feedback on missing technical points, a dynamic Bloom’s taxonomy progression chart tracking their cognitive growth from basic recall up to complex synthesis, and a cross-session score trend line. Our weak-topic radar directly feeds into an automated Leitner revision plan for their next practice session.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ensure our underlying pipeline operates with high technical precision, we benchmark three key system metrics: 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Retrieval Quality: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target a Mean Reciprocal Rank over 0.75 and Recall@5 above 0.85 to ensure retrieved technical context is highly relevant. 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Resume Parsing Accuracy: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extracting candidate skills and roles via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NER, our target F1 score is over 0.80. 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Speech Recognition: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accurate voice input processing, our faster-whisper model benchmarks targeting a Word Error Rate under 15%.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metrics ensure that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SmartInterview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functions as a fast, reliable, and automated preparation platform.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everyone. My name is Abhiram, and I will be presenting our project's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Outputs and Results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candidate completes a mock interview session on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SmartInterview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they receive a detailed diagnostic report rather than a single raw score. This report provides structured feedback on missing technical points, a chart tracking their cognitive level using Bloom's taxonomy, and a performance trend line across sessions.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Identified weak areas feed directly into an automated revision plan managed by a 5-box Leitner spaced-repetition system. Topics the candidate struggles with are moved to Box 1, ensuring they are prioritized in the next session at a basic difficulty level to rebuild core understanding before escalating.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evaluate the accuracy and efficiency of our system,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the following metrics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Reciprocal Rank above 0.75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at 5 above 0.85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ensure high retrieval accuracy in our RAG pipeline. 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score above 0.80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Named Entity Recognition for precise resume parsing. 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 Error Rate under 15%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faster-whisper for accurate speech recognition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conclusion,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SmartInterview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addresses the key limitations of existing tools by combining domain-grounded knowledge, adaptive cognitive difficulty, and cross-session memory into a continuous learning platform.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future scope includes expanding our knowledge base to non-technical fields, adding a human-in-the-loop mode for faculty co-pilots,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analyzing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candidate confidence signals, and sending mobile revision reminders between sessions. 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time. We are happy to take any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title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593428"/>
            <a:ext cx="10698480" cy="881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kern="0" dirty="0">
                <a:solidFill>
                  <a:srgbClr val="4BACC6">
                    <a:lumMod val="75000"/>
                  </a:srgbClr>
                </a:solidFill>
              </a:rPr>
              <a:t>KR24_SDC-II_III-I_2026 Project Readiness Review</a:t>
            </a:r>
          </a:p>
        </p:txBody>
      </p:sp>
      <p:sp>
        <p:nvSpPr>
          <p:cNvPr id="4" name="Text 1"/>
          <p:cNvSpPr/>
          <p:nvPr/>
        </p:nvSpPr>
        <p:spPr>
          <a:xfrm>
            <a:off x="873409" y="3931666"/>
            <a:ext cx="10698480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Technical Interview Preparation in Higher Education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(SmartInterview-G1392)</a:t>
            </a:r>
          </a:p>
          <a:p>
            <a:pPr algn="ctr"/>
            <a:r>
              <a:rPr lang="en-US" sz="2000" b="1" kern="0" dirty="0">
                <a:solidFill>
                  <a:srgbClr val="4BACC6">
                    <a:lumMod val="75000"/>
                  </a:srgbClr>
                </a:solidFill>
                <a:latin typeface="Arial"/>
                <a:cs typeface="Arial"/>
                <a:sym typeface="Arial"/>
              </a:rPr>
              <a:t>Date: 15-08-2026</a:t>
            </a:r>
            <a:endParaRPr lang="en-IN" sz="2000" kern="0" dirty="0">
              <a:solidFill>
                <a:srgbClr val="4BACC6">
                  <a:lumMod val="75000"/>
                </a:srgbClr>
              </a:solidFill>
              <a:latin typeface="Arial"/>
              <a:cs typeface="Arial"/>
              <a:sym typeface="Arial"/>
            </a:endParaRPr>
          </a:p>
          <a:p>
            <a:pPr algn="ctr"/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7DC45B2B-CF4F-6794-0375-F5C86D5495D0}"/>
              </a:ext>
            </a:extLst>
          </p:cNvPr>
          <p:cNvSpPr txBox="1">
            <a:spLocks/>
          </p:cNvSpPr>
          <p:nvPr/>
        </p:nvSpPr>
        <p:spPr>
          <a:xfrm>
            <a:off x="2085510" y="4404885"/>
            <a:ext cx="4839764" cy="21293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Shamakura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Saiteja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Goud (24BD1A665K)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Thodsam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Srujan (24BD1A665R)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Vasireddy Vignesh Reddy (24BD1A665X)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Aelugu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Ranith Kumar (25BD5A6615)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Konduri Abhiram (25BD5A6620) </a:t>
            </a:r>
          </a:p>
          <a:p>
            <a:pPr lvl="0"/>
            <a:endParaRPr lang="en-IN" dirty="0"/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24AAC3F-43A8-132C-5E2E-7587EA122F8D}"/>
              </a:ext>
            </a:extLst>
          </p:cNvPr>
          <p:cNvSpPr txBox="1">
            <a:spLocks/>
          </p:cNvSpPr>
          <p:nvPr/>
        </p:nvSpPr>
        <p:spPr>
          <a:xfrm>
            <a:off x="7168682" y="4402068"/>
            <a:ext cx="4499687" cy="21293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Dr. TVG Sridevi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is fragmented — no single platform does all three things a real interview requires.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220370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20370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Questions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47000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banks or single-pass prompting produce questions disconnected from the candidate's resume or the job description.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9659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6291072" y="220370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220370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Evaluation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91072" y="2697480"/>
            <a:ext cx="47000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keyword-matched or sentiment-only — not grounded in a structured, multi-dimensional rubric.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" y="43068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4306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4306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04672" y="4800600"/>
            <a:ext cx="47000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mock session starts from zero. Weak topics are never systematically tracked or revisited.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35040" y="40690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1072" y="43068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6291072" y="4306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0" y="4306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Cognitive Grounding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291072" y="4800600"/>
            <a:ext cx="47000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"Difficulty" is an arbitrary label, not tied to any validated framework for measuring understanding.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Papers &amp; Research Reference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4F7F7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1527048"/>
            <a:ext cx="4837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Interview: Voice-Driven Interview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Using Gemini AI and Whisper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4672" y="2377440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Wahid, Jha, Munshi, Sonwane, Chakrawarti — IJERT, March 2026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4672" y="2926080"/>
            <a:ext cx="4837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 resume-aware questioning via Gemini, Whisper ASR, waterfall SDLC, single-pass linear pipeline.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4672" y="4389120"/>
            <a:ext cx="48371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grounding (hallucination risk) · no cognitive difficulty framework · no cross-session memory · Streamlit-only, not production-scoped.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4F7F7"/>
          </a:solidFill>
          <a:ln/>
        </p:spPr>
      </p:sp>
      <p:sp>
        <p:nvSpPr>
          <p:cNvPr id="10" name="Text 7"/>
          <p:cNvSpPr/>
          <p:nvPr/>
        </p:nvSpPr>
        <p:spPr>
          <a:xfrm>
            <a:off x="6428232" y="1527048"/>
            <a:ext cx="4837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Interview Engine Using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and Large Language Models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28232" y="2377440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Nagarajan, Kumar, Vignesh, Nehal, Musthafa — IJMRR, Feb 2026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28232" y="2926080"/>
            <a:ext cx="4837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S-BERT resume–JD cosine similarity for candidate ranking; LLM-driven adaptive voice interview; Hybrid Agile SDLC.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28232" y="4389120"/>
            <a:ext cx="48371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used only for ranking, not to drive question retrieval · no knowledge-base grounding · no structured spaced-repetition memory.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Proposed Solution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Three novel extensions no single existing paper combines.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229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61388" y="2121408"/>
            <a:ext cx="694944" cy="6949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1961388" y="21214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999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Dual-Context RAG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and JD are semantically aligned via Sentence-BERT before retrieval — questions are grounded in real content AND the candidate's specific skill gaps.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229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1868" y="2121408"/>
            <a:ext cx="694944" cy="6949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5801868" y="21214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17720" y="2999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Engine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663440" y="3703320"/>
            <a:ext cx="2971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 escalates and de-escalates across 6 validated cognitive levels (Remember → Create) based on measured performance, not a vague label.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229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42348" y="2121408"/>
            <a:ext cx="694944" cy="6949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9642348" y="21214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458200" y="2999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Leitner Cross-Session Memory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03920" y="3703320"/>
            <a:ext cx="2971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5-box spaced-repetition schedule tracks weak topics across sessions, so the system gets smarter about each candidate over time.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Knowledge Base Details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~1,250 documents → ~4,260 chunks across 5 roles, plus dedicated offline benchmark sets.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78"/>
        </p:xfrm>
        <a:graphic>
          <a:graphicData uri="http://schemas.openxmlformats.org/drawingml/2006/table">
            <a:tbl>
              <a:tblPr/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tech-interview-handbook / kdn251 / system-design-primer (GitHub)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RAG knowledge base ingestion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~370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GeeksforGeeks, InterviewBit, Refactoring.Guru (curated)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technical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~180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Bloom Q-Bank (self-generated via Groq)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Gold-standard, pre-tagged L1–L6 questions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QA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Dutta + Laxmi Merit Resume Datasets (Kaggle/GitHub)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 NER validation, F1 &gt; 0.80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2,484 + 220 resumes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Job Postings (Kaggle)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Resume–JD cosine alignment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33,000+ postings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Mozilla Common Voice + TED-LIUM 3 + custom recordings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faster-whisper WER benchmarking, WER &lt; 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10,000+ hrs + 20 vols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Inputs &amp; Workflow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Processing → AI/ML → Output, in one continuous adaptive loop.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2880360"/>
            <a:ext cx="1615440" cy="1280160"/>
          </a:xfrm>
          <a:prstGeom prst="roundRect">
            <a:avLst>
              <a:gd name="adj" fmla="val 4286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2880360"/>
            <a:ext cx="152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Job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45208" y="2880360"/>
            <a:ext cx="5120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438400" y="2880360"/>
            <a:ext cx="1615440" cy="1280160"/>
          </a:xfrm>
          <a:prstGeom prst="roundRect">
            <a:avLst>
              <a:gd name="adj" fmla="val 4286"/>
            </a:avLst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2484120" y="2880360"/>
            <a:ext cx="152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Align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(spaCy + S-BERT)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34968" y="2880360"/>
            <a:ext cx="5120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28160" y="2880360"/>
            <a:ext cx="1615440" cy="1280160"/>
          </a:xfrm>
          <a:prstGeom prst="roundRect">
            <a:avLst>
              <a:gd name="adj" fmla="val 4286"/>
            </a:avLst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373880" y="2880360"/>
            <a:ext cx="152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(ChromaDB)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24728" y="2880360"/>
            <a:ext cx="5120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17920" y="2880360"/>
            <a:ext cx="1615440" cy="1280160"/>
          </a:xfrm>
          <a:prstGeom prst="roundRect">
            <a:avLst>
              <a:gd name="adj" fmla="val 4286"/>
            </a:avLst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880360"/>
            <a:ext cx="152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Bloom-Aligned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(Groq)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14488" y="2880360"/>
            <a:ext cx="5120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07680" y="2880360"/>
            <a:ext cx="1615440" cy="1280160"/>
          </a:xfrm>
          <a:prstGeom prst="roundRect">
            <a:avLst>
              <a:gd name="adj" fmla="val 4286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153400" y="2880360"/>
            <a:ext cx="152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04248" y="2880360"/>
            <a:ext cx="5120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997440" y="2880360"/>
            <a:ext cx="1615440" cy="1280160"/>
          </a:xfrm>
          <a:prstGeom prst="roundRect">
            <a:avLst>
              <a:gd name="adj" fmla="val 4286"/>
            </a:avLst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10043160" y="2880360"/>
            <a:ext cx="152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+ Adapt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(Bloom + Leitner)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per question — each answer updates the candidate's Bloom level and Leitner box before the next question is chosen.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Stakeholders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4F7F7"/>
          </a:solidFill>
          <a:ln/>
        </p:spPr>
      </p:sp>
      <p:sp>
        <p:nvSpPr>
          <p:cNvPr id="5" name="Shape 2"/>
          <p:cNvSpPr/>
          <p:nvPr/>
        </p:nvSpPr>
        <p:spPr>
          <a:xfrm>
            <a:off x="841248" y="170992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48716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2331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students preparing for technical placements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31012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1546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graduates and early-career job seekers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13308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977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/ self-taught candidates without access to peer mock interviews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141732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4F7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419088" y="17099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6419088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Stakeholders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46520" y="248716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656832" y="2331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&amp; career centers tracking cohort readiness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46520" y="331012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656832" y="31546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mentors reviewing longitudinal skill progress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46520" y="413308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6656832" y="3977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seeking scalable, zero-cost interview prep infrastructure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Deployment Plan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fully free-tier stack from model to hosting — zero infrastructure cost</a:t>
            </a: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578608" cy="3794760"/>
          </a:xfrm>
          <a:prstGeom prst="roundRect">
            <a:avLst>
              <a:gd name="adj" fmla="val 2837"/>
            </a:avLst>
          </a:prstGeom>
          <a:solidFill>
            <a:srgbClr val="12294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1671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~500 tok/s, zero GPU needed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7248" y="35890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401568" y="1965960"/>
            <a:ext cx="2578608" cy="3794760"/>
          </a:xfrm>
          <a:prstGeom prst="roundRect">
            <a:avLst>
              <a:gd name="adj" fmla="val 2837"/>
            </a:avLst>
          </a:prstGeom>
          <a:solidFill>
            <a:srgbClr val="12294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84448" y="21671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84448" y="2606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84448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multi-agent orchestrator + relational store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80176" y="35890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54496" y="1965960"/>
            <a:ext cx="2578608" cy="3794760"/>
          </a:xfrm>
          <a:prstGeom prst="roundRect">
            <a:avLst>
              <a:gd name="adj" fmla="val 2837"/>
            </a:avLst>
          </a:prstGeom>
          <a:solidFill>
            <a:srgbClr val="12294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7376" y="21671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37376" y="2606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Recharts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37376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room, live transcript, analytics dashboard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33104" y="35890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07424" y="1965960"/>
            <a:ext cx="2578608" cy="3794760"/>
          </a:xfrm>
          <a:prstGeom prst="roundRect">
            <a:avLst>
              <a:gd name="adj" fmla="val 2837"/>
            </a:avLst>
          </a:prstGeom>
          <a:solidFill>
            <a:srgbClr val="12294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21671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290304" y="2606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Render (backend)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90304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Git-push-to-deploy, free-tier, CI/CD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Outputs &amp; Results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166360" cy="4572000"/>
          </a:xfrm>
          <a:prstGeom prst="roundRect">
            <a:avLst>
              <a:gd name="adj" fmla="val 1600"/>
            </a:avLst>
          </a:prstGeom>
          <a:solidFill>
            <a:srgbClr val="F4F7F7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6276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Candidate Sees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50392" y="221284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1060704" y="2057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session report: scores, strengths, missing points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0392" y="294436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060704" y="27889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progression chart per topic (L1–L6)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0392" y="367588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1060704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 line across sessions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0392" y="440740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060704" y="42519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Weak-topic radar and next-session revision plan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0B1D3A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627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23660" y="2297723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0.75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8590" y="272948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44298" y="2262667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49241" y="272280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Recall@5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35608" y="226560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85336" y="273243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NER F1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144000" y="2743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63640" y="34290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43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 |  Team G1392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64DDCA8-81C4-6CC1-9626-B1DFDF37D03C}"/>
              </a:ext>
            </a:extLst>
          </p:cNvPr>
          <p:cNvSpPr/>
          <p:nvPr/>
        </p:nvSpPr>
        <p:spPr>
          <a:xfrm>
            <a:off x="9802802" y="224942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15%</a:t>
            </a:r>
            <a:endParaRPr lang="en-US" sz="16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BDE9443-E6C4-9C6A-E3B2-4A191FBE78EF}"/>
              </a:ext>
            </a:extLst>
          </p:cNvPr>
          <p:cNvSpPr/>
          <p:nvPr/>
        </p:nvSpPr>
        <p:spPr>
          <a:xfrm>
            <a:off x="9704319" y="26929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assets/corner_overl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9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SmartInterview grounds AI interview questions in real technical content, adapts difficulty using a validated cognitive framework, and remembers what each candidate is weak on across sessions — turning a one-off mock interview into a progressive learning system.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06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10896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30815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Expand knowledge base to more roles &amp; non-technical domains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36758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Human-interviewer-in-the-loop mode with AI-suggested follow-ups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2702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Richer multimodal confidence signal beyond speech prosody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8646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Mobile spaced-repetition nudges between sessions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1389</Words>
  <Application>Microsoft Office PowerPoint</Application>
  <PresentationFormat>Widescreen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Abhiram Konduri</cp:lastModifiedBy>
  <cp:revision>21</cp:revision>
  <dcterms:created xsi:type="dcterms:W3CDTF">2026-08-13T10:49:32Z</dcterms:created>
  <dcterms:modified xsi:type="dcterms:W3CDTF">2026-08-14T16:03:50Z</dcterms:modified>
</cp:coreProperties>
</file>